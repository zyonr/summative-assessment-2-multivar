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AN Angleton Italics" charset="1" panose="00000000000000000000"/>
      <p:regular r:id="rId7"/>
    </p:embeddedFont>
    <p:embeddedFont>
      <p:font typeface="TAN Angleton" charset="1" panose="00000000000000000000"/>
      <p:regular r:id="rId8"/>
    </p:embeddedFont>
    <p:embeddedFont>
      <p:font typeface="Open Sauce" charset="1" panose="00000500000000000000"/>
      <p:regular r:id="rId9"/>
    </p:embeddedFont>
    <p:embeddedFont>
      <p:font typeface="Open Sauce Italics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563" y="1924780"/>
            <a:ext cx="4430999" cy="4358161"/>
          </a:xfrm>
          <a:custGeom>
            <a:avLst/>
            <a:gdLst/>
            <a:ahLst/>
            <a:cxnLst/>
            <a:rect r="r" b="b" t="t" l="l"/>
            <a:pathLst>
              <a:path h="4358161" w="4430999">
                <a:moveTo>
                  <a:pt x="0" y="0"/>
                </a:moveTo>
                <a:lnTo>
                  <a:pt x="4430999" y="0"/>
                </a:lnTo>
                <a:lnTo>
                  <a:pt x="4430999" y="4358161"/>
                </a:lnTo>
                <a:lnTo>
                  <a:pt x="0" y="4358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56165" y="1416869"/>
            <a:ext cx="3054169" cy="4385114"/>
          </a:xfrm>
          <a:custGeom>
            <a:avLst/>
            <a:gdLst/>
            <a:ahLst/>
            <a:cxnLst/>
            <a:rect r="r" b="b" t="t" l="l"/>
            <a:pathLst>
              <a:path h="4385114" w="3054169">
                <a:moveTo>
                  <a:pt x="0" y="0"/>
                </a:moveTo>
                <a:lnTo>
                  <a:pt x="3054169" y="0"/>
                </a:lnTo>
                <a:lnTo>
                  <a:pt x="3054169" y="4385114"/>
                </a:lnTo>
                <a:lnTo>
                  <a:pt x="0" y="4385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03119" y="1837812"/>
            <a:ext cx="6725944" cy="1910951"/>
          </a:xfrm>
          <a:custGeom>
            <a:avLst/>
            <a:gdLst/>
            <a:ahLst/>
            <a:cxnLst/>
            <a:rect r="r" b="b" t="t" l="l"/>
            <a:pathLst>
              <a:path h="1910951" w="6725944">
                <a:moveTo>
                  <a:pt x="0" y="0"/>
                </a:moveTo>
                <a:lnTo>
                  <a:pt x="6725944" y="0"/>
                </a:lnTo>
                <a:lnTo>
                  <a:pt x="6725944" y="1910951"/>
                </a:lnTo>
                <a:lnTo>
                  <a:pt x="0" y="1910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6266" y="6866189"/>
            <a:ext cx="4793803" cy="2544080"/>
          </a:xfrm>
          <a:custGeom>
            <a:avLst/>
            <a:gdLst/>
            <a:ahLst/>
            <a:cxnLst/>
            <a:rect r="r" b="b" t="t" l="l"/>
            <a:pathLst>
              <a:path h="2544080" w="4793803">
                <a:moveTo>
                  <a:pt x="0" y="0"/>
                </a:moveTo>
                <a:lnTo>
                  <a:pt x="4793802" y="0"/>
                </a:lnTo>
                <a:lnTo>
                  <a:pt x="4793802" y="2544079"/>
                </a:lnTo>
                <a:lnTo>
                  <a:pt x="0" y="2544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6989" y="4010917"/>
            <a:ext cx="10022074" cy="1990299"/>
          </a:xfrm>
          <a:custGeom>
            <a:avLst/>
            <a:gdLst/>
            <a:ahLst/>
            <a:cxnLst/>
            <a:rect r="r" b="b" t="t" l="l"/>
            <a:pathLst>
              <a:path h="1990299" w="10022074">
                <a:moveTo>
                  <a:pt x="0" y="0"/>
                </a:moveTo>
                <a:lnTo>
                  <a:pt x="10022074" y="0"/>
                </a:lnTo>
                <a:lnTo>
                  <a:pt x="10022074" y="1990299"/>
                </a:lnTo>
                <a:lnTo>
                  <a:pt x="0" y="199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06989" y="5997908"/>
            <a:ext cx="3093793" cy="4436835"/>
          </a:xfrm>
          <a:custGeom>
            <a:avLst/>
            <a:gdLst/>
            <a:ahLst/>
            <a:cxnLst/>
            <a:rect r="r" b="b" t="t" l="l"/>
            <a:pathLst>
              <a:path h="4436835" w="3093793">
                <a:moveTo>
                  <a:pt x="0" y="0"/>
                </a:moveTo>
                <a:lnTo>
                  <a:pt x="3093793" y="0"/>
                </a:lnTo>
                <a:lnTo>
                  <a:pt x="3093793" y="4436835"/>
                </a:lnTo>
                <a:lnTo>
                  <a:pt x="0" y="44368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10857" y="6866189"/>
            <a:ext cx="2824627" cy="3216449"/>
          </a:xfrm>
          <a:custGeom>
            <a:avLst/>
            <a:gdLst/>
            <a:ahLst/>
            <a:cxnLst/>
            <a:rect r="r" b="b" t="t" l="l"/>
            <a:pathLst>
              <a:path h="3216449" w="2824627">
                <a:moveTo>
                  <a:pt x="0" y="0"/>
                </a:moveTo>
                <a:lnTo>
                  <a:pt x="2824627" y="0"/>
                </a:lnTo>
                <a:lnTo>
                  <a:pt x="2824627" y="3216449"/>
                </a:lnTo>
                <a:lnTo>
                  <a:pt x="0" y="32164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96057" y="6134566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8563" y="477984"/>
            <a:ext cx="3770862" cy="78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6"/>
              </a:lnSpc>
            </a:pPr>
            <a:r>
              <a:rPr lang="en-US" sz="5119" i="true" spc="-665">
                <a:solidFill>
                  <a:srgbClr val="000000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Wine </a:t>
            </a:r>
            <a:r>
              <a:rPr lang="en-US" sz="5119" spc="-665">
                <a:solidFill>
                  <a:srgbClr val="000000"/>
                </a:solidFill>
                <a:latin typeface="TAN Angleton"/>
                <a:ea typeface="TAN Angleton"/>
                <a:cs typeface="TAN Angleton"/>
                <a:sym typeface="TAN Angleton"/>
              </a:rPr>
              <a:t>Quality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8563" y="1254322"/>
            <a:ext cx="3770862" cy="32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3"/>
              </a:lnSpc>
            </a:pPr>
            <a:r>
              <a:rPr lang="en-US" sz="2173" spc="-17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Multivariate Data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23167" y="4652259"/>
            <a:ext cx="1932998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</a:pPr>
            <a:r>
              <a:rPr lang="en-US" sz="3200" spc="-4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Identified Factors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23167" y="3274165"/>
            <a:ext cx="1932998" cy="159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92"/>
              </a:lnSpc>
              <a:spcBef>
                <a:spcPct val="0"/>
              </a:spcBef>
            </a:pPr>
            <a:r>
              <a:rPr lang="en-US" sz="10400" i="true" spc="-1352">
                <a:solidFill>
                  <a:srgbClr val="960837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6165" y="645852"/>
            <a:ext cx="1932998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4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Features &amp; Factors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83249" y="5366126"/>
            <a:ext cx="167134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-4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Chi Square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9057" y="5988383"/>
            <a:ext cx="2340211" cy="57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4"/>
              </a:lnSpc>
              <a:spcBef>
                <a:spcPct val="0"/>
              </a:spcBef>
            </a:pPr>
            <a:r>
              <a:rPr lang="en-US" sz="3784" i="true" spc="-491">
                <a:solidFill>
                  <a:srgbClr val="960837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39010.89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62735" y="2923898"/>
            <a:ext cx="148798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31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CV 4:  0.2536</a:t>
            </a:r>
          </a:p>
          <a:p>
            <a:pPr algn="ctr">
              <a:lnSpc>
                <a:spcPts val="3359"/>
              </a:lnSpc>
            </a:pPr>
            <a:r>
              <a:rPr lang="en-US" sz="2400" spc="-31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CV 5:  0.1089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07072" y="2091646"/>
            <a:ext cx="2185839" cy="88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i="true" spc="-675">
                <a:solidFill>
                  <a:srgbClr val="960837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0.9613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15134" y="2923898"/>
            <a:ext cx="148485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31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CV 2:  0.6942</a:t>
            </a:r>
          </a:p>
          <a:p>
            <a:pPr algn="ctr">
              <a:lnSpc>
                <a:spcPts val="3359"/>
              </a:lnSpc>
            </a:pPr>
            <a:r>
              <a:rPr lang="en-US" sz="2400" spc="-31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CV 3:  0.5795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57563" y="1649051"/>
            <a:ext cx="66198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i="true" spc="-416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CV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6266" y="6568691"/>
            <a:ext cx="327139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-4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QLD Confusion  Matrix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0996" y="1871423"/>
            <a:ext cx="1932998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4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FACTOR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8563" y="9344025"/>
            <a:ext cx="2263066" cy="39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4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CLUSTERING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60111" y="563709"/>
            <a:ext cx="2478279" cy="114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4"/>
              </a:lnSpc>
            </a:pPr>
            <a:r>
              <a:rPr lang="en-US" sz="3200" spc="-4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CANONICAL CORROLATION 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22663" y="7687942"/>
            <a:ext cx="2478279" cy="114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3200" spc="-4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PRINCIPAL COMPONENT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DAG7qViFMAc</dc:identifier>
  <dcterms:modified xsi:type="dcterms:W3CDTF">2011-08-01T06:04:30Z</dcterms:modified>
  <cp:revision>1</cp:revision>
  <dc:title>1-Slide Pitch Deck of Results</dc:title>
</cp:coreProperties>
</file>